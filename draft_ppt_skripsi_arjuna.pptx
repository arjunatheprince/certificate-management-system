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/Relationships>
</file>

<file path=ppt/slides/_rels/slide13.xml.rels><?xml version="1.0" encoding="UTF-8" standalone="yes"?><Relationships xmlns="http://schemas.openxmlformats.org/package/2006/relationships"></Relationships>
</file>

<file path=ppt/slides/_rels/slide14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64008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400" b="1">
                <a:solidFill>
                  <a:srgbClr val="0f172a"/>
                </a:solidFill>
              </a:rPr>
              <a:t>Implementasi Sistem Autentikasi Sertifikat Digital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169164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1900" b="0">
                <a:solidFill>
                  <a:srgbClr val="2563eb"/>
                </a:solidFill>
              </a:rPr>
              <a:t>Berbasis QR Code dengan Keamanan SHA-256 dan RBAC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274320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1900" b="0">
                <a:solidFill>
                  <a:srgbClr val="334155"/>
                </a:solidFill>
              </a:rPr>
              <a:t>Arjuna Pramudya Renaldi</a:t>
            </a:r>
          </a:p>
          <a:p>
            <a:pPr marL="0" indent="0"/>
            <a:r>
              <a:rPr lang="id-ID" sz="1900" b="0">
                <a:solidFill>
                  <a:srgbClr val="334155"/>
                </a:solidFill>
              </a:rPr>
              <a:t>22.403040.19</a:t>
            </a:r>
          </a:p>
          <a:p>
            <a:pPr marL="0" indent="0"/>
            <a:r>
              <a:rPr lang="id-ID" sz="1900" b="0">
                <a:solidFill>
                  <a:srgbClr val="334155"/>
                </a:solidFill>
              </a:rPr>
              <a:t>Program Studi Teknik Komputer</a:t>
            </a:r>
          </a:p>
          <a:p>
            <a:pPr marL="0" indent="0"/>
            <a:r>
              <a:rPr lang="id-ID" sz="1900" b="0">
                <a:solidFill>
                  <a:srgbClr val="334155"/>
                </a:solidFill>
              </a:rPr>
              <a:t>Universitas Borneo Tarakan</a:t>
            </a:r>
          </a:p>
          <a:p>
            <a:pPr marL="0" indent="0"/>
            <a:r>
              <a:rPr lang="id-ID" sz="1900" b="0">
                <a:solidFill>
                  <a:srgbClr val="334155"/>
                </a:solidFill>
              </a:rPr>
              <a:t>2025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886968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Latar Belakang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Sertifikat menjadi bukti formal pencapaian, kompetensi, atau keikutsertaan.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Verifikasi manual kurang efisien dan rentan terhadap pemalsuan/manipulasi.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QR Code memungkinkan verifikasi cepat secara real-time.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SHA-256 digunakan untuk mendeteksi perubahan dokumen.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RBAC membatasi akses pengguna sesuai peran.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Rumusan Masalah dan Tujuan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1950" b="0">
                <a:solidFill>
                  <a:srgbClr val="334155"/>
                </a:solidFill>
              </a:rPr>
              <a:t>Rumusan masalah: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Bagaimana merancang sistem autentikasi sertifikat berbasis QR Code?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Bagaimana sistem memvalidasi keaslian sertifikat dan mencegah pemalsuan?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Bagaimana menguji kecepatan, akurasi, SHA-256, dan RBAC?</a:t>
            </a:r>
          </a:p>
          <a:p>
            <a:pPr marL="0" indent="0"/>
            <a:r>
              <a:rPr lang="id-ID" sz="1950" b="0">
                <a:solidFill>
                  <a:srgbClr val="334155"/>
                </a:solidFill>
              </a:rPr>
              <a:t>Tujuan penelitian: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Merancang sistem penyimpanan dan verifikasi sertifikat digital.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Menerapkan SHA-256 sebagai segel integritas dan RBAC sebagai kontrol akses.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Menguji sistem melalui Black Box, Security Testing, dan kuesioner.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Batasan Penelitian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Aplikasi berbasis web dan masih berjalan pada lingkungan localhost/prototipe.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Database terpusat menggunakan MySQL.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Role pengguna: SuperAdmin, Admin, dan Viewer/Verifikator.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Fokus keamanan: SQL Injection, XSS, akses tidak sah, session/role manipulation.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Format unggah utama pada implementasi saat ini: JPG, JPEG, dan PNG, maksimal 5 MB.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Pengambilan data kuesioner belum dilakukan dan akan menjadi tahap lanjutan.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Landasan Teori Utama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1650" b="0">
                <a:solidFill>
                  <a:srgbClr val="334155"/>
                </a:solidFill>
              </a:rPr>
              <a:t>QR Code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Media identitas/verifikasi cepat yang mengarah ke data sertifikat pada server.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SHA-256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Fungsi hash 256-bit untuk menghasilkan sidik jari dokumen digital.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RBAC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Kontrol akses berbasis peran untuk membatasi fitur sesuai kewenangan.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Laravel 11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Framework MVC untuk membangun aplikasi web terstruktur dan aman.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Metode Penelitian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Jenis penelitian: penelitian terapan dengan metode Research and Development (R&amp;D).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Pendekatan: kuantitatif, karena evaluasi sistem diukur secara numerik.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Model pengembangan: ADDIE.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Analysis: kebutuhan sistem dan masalah verifikasi sertifikat.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Design: rancangan flowchart, use case, DFD, ERD, dan antarmuka.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Development &amp; Implementation: pembangunan sistem Laravel.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Evaluation: Black Box, Security Testing, dan kuesioner Likert.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Peran Pengguna Sistem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1650" b="0">
                <a:solidFill>
                  <a:srgbClr val="334155"/>
                </a:solidFill>
              </a:rPr>
              <a:t>SuperAdmin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Mengelola user, melihat log aktivitas, dan menghapus sertifikat.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Admin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Mengunggah, mengedit, dan memverifikasi sertifikat.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Viewer/Verifikator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Melakukan verifikasi sertifikat melalui halaman publik.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Prinsip keamanan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Hak akses dibatasi oleh role, bukan nilai session atau input pengguna.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Rancangan Data dan Proses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Entitas utama: users, students, certificates, dan activity_logs.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Data sertifikat dikaitkan dengan pemilik dan pengunggah.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Hash SHA-256 disimpan untuk pembanding integritas dokumen.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QR Code menyimpan URL/identifier untuk proses verifikasi.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Activity log mencatat login, upload, edit, delete, dan aktivitas penting.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Implementasi Sistem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Backend: Laravel 11 dan PHP.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Database: MySQL.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QR generation: Endroid QR Code.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QR reading/upload: Khanamiryan QR Code Detector Decoder.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Image processing: Intervention Image.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Keamanan web: CSRF, validasi input, throttle route, CSP, bcrypt password, RBAC.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Alur Verifikasi Sertifikat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Pengguna memasukkan nomor sertifikat atau mengunggah/memindai QR Code.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Sistem mengambil nomor sertifikat dari input atau isi QR.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Data dicari pada tabel certificates.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Sistem menghitung ulang hash file sertifikat.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Jika hash cocok dan data ditemukan, sertifikat dinyatakan valid.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Jika data tidak ditemukan atau hash berbeda, verifikasi ditolak.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Pengujian Sistem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325880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1650" b="0">
                <a:solidFill>
                  <a:srgbClr val="334155"/>
                </a:solidFill>
              </a:rPr>
              <a:t>Black Box Testing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Memastikan seluruh fungsi menghasilkan output sesuai kebutuhan.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Security Testing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Menguji skenario ancaman berbasis OWASP Top 10 seperti Broken Access Control, Injection, Authentication Failure, dan Data Integrity Failure.</a:t>
            </a:r>
          </a:p>
          <a:p>
            <a:pPr marL="0" indent="0"/>
            <a:r>
              <a:rPr lang="id-ID" sz="1650" b="0">
                <a:solidFill>
                  <a:srgbClr val="334155"/>
                </a:solidFill>
              </a:rPr>
              <a:t>Kuesioner Skala Likert</a:t>
            </a:r>
          </a:p>
          <a:p>
            <a:pPr marL="342900" indent="-171450">
              <a:buChar char="?"/>
            </a:pPr>
            <a:r>
              <a:rPr lang="id-ID" sz="1650" b="0">
                <a:solidFill>
                  <a:srgbClr val="334155"/>
                </a:solidFill>
              </a:rPr>
              <a:t>Mengukur kepuasan dan kemudahan penggunaan dari perspektif responden.</a:t>
            </a:r>
          </a:p>
        </p:txBody>
      </p:sp>
      <p:pic>
        <p:nvPicPr>
          <p:cNvPr id="5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6263640" y="1325880"/>
            <a:ext cx="512064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Hasil Pengujian Sementara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Black Box Testing: 60/60 skenario berhasil, tingkat keberhasilan 100%.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Security Testing: skenario keamanan yang diuji berhasil ditangani, tingkat keamanan 100%.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Pengujian manipulasi session role menunjukkan sistem memakai role dari authenticated user, bukan nilai session manual.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Kuesioner belum dilakukan, sehingga nilai kepuasan pengguna belum dapat disimpulkan.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Slide ini perlu diperbarui setelah data responden masuk.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Rencana Pengambilan Data Kuesioner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Target responden pada naskah: SuperAdmin, Admin, dan Viewer/Verifikator.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Instrumen: skala Likert 1-5.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Aspek yang diukur: kemudahan penggunaan, kecepatan verifikasi, kejelasan informasi, keamanan, dan kepuasan umum.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Data dihitung dengan persentase skor perolehan dibanding skor maksimal.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Hasil kuesioner akan mengisi bagian evaluasi subjektif pengguna.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/>
          <a:lstStyle/>
          <a:p>
            <a:pPr marL="0" indent="0"/>
            <a:r>
              <a:rPr lang="id-ID" sz="3000" b="1">
                <a:solidFill>
                  <a:srgbClr val="0f172a"/>
                </a:solidFill>
              </a:rPr>
              <a:t>Kesimpulan Sementara dan Saran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txBody>
          <a:bodyPr wrap="square" lIns="182880" tIns="91440" rIns="182880" bIns="91440"/>
          <a:lstStyle/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Sistem autentikasi sertifikat digital berhasil dibangun berbasis Laravel 11.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QR Code mempercepat akses verifikasi sertifikat.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SHA-256 mendukung deteksi manipulasi dokumen melalui perbandingan hash.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RBAC membatasi fitur sesuai peran pengguna.</a:t>
            </a:r>
          </a:p>
          <a:p>
            <a:pPr marL="342900" indent="-171450">
              <a:buChar char="?"/>
            </a:pPr>
            <a:r>
              <a:rPr lang="id-ID" sz="1950" b="0">
                <a:solidFill>
                  <a:srgbClr val="334155"/>
                </a:solidFill>
              </a:rPr>
              <a:t>Saran lanjutan: deployment HTTPS, dukungan PDF, 2FA, backup database, dan penyelesaian pengambilan data kuesioner.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PPT Skripsi Arjuna</dc:title>
  <dc:creator>Codex</dc:creator>
  <cp:lastModifiedBy>Codex</cp:lastModifiedBy>
</cp:coreProperties>
</file>