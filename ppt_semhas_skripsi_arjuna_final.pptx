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3333333" cy="7500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100" Type="http://schemas.openxmlformats.org/officeDocument/2006/relationships/theme" Target="theme/theme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13232" y="1627632"/>
            <a:ext cx="461772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Arjuna Pramudya Renaldi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NPM: 22.403040.19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Program Studi Teknik Komputer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Fakultas Teknik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Universitas Borneo Tarakan</a:t>
            </a:r>
          </a:p>
          <a:p>
            <a:pPr marL="0"/>
            <a:r>
              <a:rPr sz="1900" b="0" lang="id-ID">
                <a:solidFill>
                  <a:srgbClr val="334155"/>
                </a:solidFill>
                <a:latin typeface="Aptos"/>
              </a:rPr>
              <a:t>2025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13232" y="4187952"/>
            <a:ext cx="4617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600" b="0" lang="id-ID">
                <a:solidFill>
                  <a:srgbClr val="475569"/>
                </a:solidFill>
                <a:latin typeface="Aptos"/>
              </a:rPr>
              <a:t>Pembimbing I: Dedy Harto, S.T., M.T.</a:t>
            </a:r>
          </a:p>
          <a:p>
            <a:pPr marL="0"/>
            <a:r>
              <a:rPr sz="1600" b="0" lang="id-ID">
                <a:solidFill>
                  <a:srgbClr val="475569"/>
                </a:solidFill>
                <a:latin typeface="Aptos"/>
              </a:rPr>
              <a:t>Pembimbing II: Awang Pradana, S.Kom., M.Kom.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806440" y="1691640"/>
            <a:ext cx="402336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Fokus penelitian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06440" y="2331720"/>
            <a:ext cx="4892040" cy="1874519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Membangun sistem autentikasi sertifikat digital berbasis web yang menggabungkan QR Code untuk verifikasi cepat, SHA-256 untuk menjaga integritas dokumen, dan RBAC untuk membatasi hak akses pengguna.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06440" y="4846320"/>
            <a:ext cx="1874519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60/60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06440" y="5449824"/>
            <a:ext cx="1874519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Black Box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7936992" y="4846320"/>
            <a:ext cx="1874519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14/14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936992" y="5449824"/>
            <a:ext cx="1874519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Security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0067544" y="4846320"/>
            <a:ext cx="169164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88,46%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0067544" y="5449824"/>
            <a:ext cx="169164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Likert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PRESENTASI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Implementasi Sistem Autentikasi Sertifikat Digital Berbasis QR Code dengan Keamanan SHA-256 dan RBAC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Seminar Hasil Skripsi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914400" y="1828800"/>
            <a:ext cx="530352" cy="53035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45920" y="1755648"/>
            <a:ext cx="877824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Pendahuluan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latar belakang, rumusan masalah, tujuan, batasan, manfaat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914400" y="2788920"/>
            <a:ext cx="530352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645920" y="2715768"/>
            <a:ext cx="877824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Metode penelitian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R&amp;D, ADDIE, instrumen pengujian, dan teknik analisis data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3749039"/>
            <a:ext cx="530352" cy="5303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645920" y="3675887"/>
            <a:ext cx="877824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Implementasi sistem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fitur utama, arsitektur Laravel 11, QR Code, SHA-256, dan RBAC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914400" y="4709160"/>
            <a:ext cx="530352" cy="5303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645920" y="4636008"/>
            <a:ext cx="877824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Hasil dan penutup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black box, security testing, kuesioner, kesimpulan, dan saran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PEMBUKA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Agenda Presentasi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Alur pembahasan seminar hasil.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13232" y="178308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Sertifikat digunakan sebagai bukti pencapaian, kompetensi, atau keikutsertaan.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Verifikasi konvensional cenderung lambat, manual, dan sulit menjamin keaslian dokumen.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Pemalsuan atau manipulasi sertifikat dapat merugikan institusi dan pemilik sertifikat.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QR Code memungkinkan verifikasi real-time, sedangkan SHA-256 membantu mendeteksi perubahan dokumen.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RBAC diperlukan agar setiap pengguna hanya dapat mengakses fitur sesuai perannya.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720840" y="1828800"/>
            <a:ext cx="38862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Solusi yang Diusulkan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720840" y="2487168"/>
            <a:ext cx="4160520" cy="1965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Sistem berbasis Laravel 11 dengan verifikasi QR Code, hash SHA-256, dan Role Based Access Control untuk pengelolaan sertifikat digital yang lebih aman dan terstruktur.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PENDAHULUAN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Latar Belakang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Kebutuhan validasi sertifikat digital yang cepat, akurat, dan aman.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9875520" cy="33375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Bagaimana merancang dan mengimplementasikan sistem autentikasi sertifikat digital berbasis QR Code yang dapat memvalidasi keaslian sertifikat secara real-time?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Bagaimana menerapkan keamanan SHA-256 dan RBAC dalam proses penyimpanan, pengelolaan, dan verifikasi sertifikat digital?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Bagaimana menguji sistem agar dapat melakukan autentikasi secara cepat, akurat, dan aman berdasarkan pengujian fungsional, keamanan, dan evaluasi pengguna?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PENDAHULUAN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Rumusan Masalah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Pertanyaan penelitian yang dijawab melalui implementasi sistem.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9875520" cy="33375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Merancang sistem autentikasi sertifikat digital berbasis QR Code dengan keamanan SHA-256 dan RBAC.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Menerapkan SHA-256 sebagai segel digital untuk menjaga keaslian sertifikat.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Menerapkan RBAC agar SuperAdmin, Admin, dan Viewer/Verifikator memiliki hak akses sesuai peran.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Melakukan pengujian fungsional, keamanan berbasis OWASP Top 10 2021, serta evaluasi pengguna melalui kuesioner Likert.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PENDAHULUAN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Tujuan Penelitian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Target utama penelitian adalah menghasilkan produk sistem yang dapat diuji.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44805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300" b="1" lang="id-ID">
                <a:solidFill>
                  <a:srgbClr val="FFFFFF"/>
                </a:solidFill>
                <a:latin typeface="Aptos"/>
              </a:rPr>
              <a:t>Batasan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2468880"/>
            <a:ext cx="4709160" cy="2514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Aplikasi web berjalan pada lingkungan lokal sebagai prototipe.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Database terpusat menggunakan MySQL.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Role dibatasi pada SuperAdmin, Admin, dan Viewer/Verifikator.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Pengujian keamanan fokus pada ancaman umum aplikasi web, bukan keamanan jaringan.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989320" y="1828800"/>
            <a:ext cx="448056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300" b="1" lang="id-ID">
                <a:solidFill>
                  <a:srgbClr val="FFFFFF"/>
                </a:solidFill>
                <a:latin typeface="Aptos"/>
              </a:rPr>
              <a:t>Manfaat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989320" y="2468880"/>
            <a:ext cx="4709160" cy="2514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Pengelolaan sertifikat lebih terpusat dan terdokumentasi.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Verifikasi keaslian sertifikat lebih cepat melalui QR Code.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Perubahan dokumen dapat dideteksi melalui SHA-256.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Kontrol akses dan audit aktivitas mendukung keamanan operasional.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PENDAHULUAN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Batasan dan Manfaat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Ruang lingkup penelitian dibuat jelas agar pengujian tetap terarah.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685800" y="1874519"/>
            <a:ext cx="242316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QR Code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5800" y="2651760"/>
            <a:ext cx="2423160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Media verifikasi cepat untuk membawa nomor atau URL sertifikat.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429000" y="1874519"/>
            <a:ext cx="242316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SHA-256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429000" y="2651760"/>
            <a:ext cx="2423160" cy="1508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Hash dokumen untuk memastikan integritas dan mendeteksi manipulasi file.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172200" y="1874519"/>
            <a:ext cx="242316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RBAC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172200" y="2651760"/>
            <a:ext cx="2423160" cy="15087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Pengaturan hak akses berdasarkan peran pengguna dalam sistem.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915400" y="1874519"/>
            <a:ext cx="242316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Laravel 11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915400" y="2651760"/>
            <a:ext cx="2423160" cy="1508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Framework MVC dengan fitur keamanan dan pengelolaan database yang mendukung pengembangan web.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TINJAUAN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Landasan Konsep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Empat konsep utama yang menjadi dasar implementasi.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200" b="1" lang="id-ID">
                <a:solidFill>
                  <a:srgbClr val="111827"/>
                </a:solidFill>
                <a:latin typeface="Aptos"/>
              </a:rPr>
              <a:t>Jenis penelitian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9808" y="2395728"/>
            <a:ext cx="324612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Applied Research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Research and Development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Pendekatan kuantitatif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407408" y="1828800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200" b="1" lang="id-ID">
                <a:solidFill>
                  <a:srgbClr val="111827"/>
                </a:solidFill>
                <a:latin typeface="Aptos"/>
              </a:rPr>
              <a:t>Model ADDIE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370832" y="2395728"/>
            <a:ext cx="3246120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Analysis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Design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Development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Implementation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Evaluation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028431" y="1828800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2200" b="1" lang="id-ID">
                <a:solidFill>
                  <a:srgbClr val="111827"/>
                </a:solidFill>
                <a:latin typeface="Aptos"/>
              </a:rPr>
              <a:t>Aspek evaluasi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001000" y="2395728"/>
            <a:ext cx="324612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Black Box Testing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Security Testing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OWASP Top 10 2021</a:t>
            </a:r>
          </a:p>
          <a:p>
            <a:pPr marL="0"/>
            <a:r>
              <a:rPr sz="2000" b="0" lang="id-ID">
                <a:solidFill>
                  <a:srgbClr val="334155"/>
                </a:solidFill>
                <a:latin typeface="Aptos"/>
              </a:rPr>
              <a:t>Kuesioner Skala Likert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METODE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Metode Penelitian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Penelitian terapan menggunakan pendekatan R&amp;D dan analisis kuantitatif.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502920" y="1874519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700" b="1" lang="id-ID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02920" y="2560320"/>
            <a:ext cx="2084831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700" b="1" lang="id-ID">
                <a:solidFill>
                  <a:srgbClr val="111827"/>
                </a:solidFill>
                <a:latin typeface="Aptos"/>
              </a:rPr>
              <a:t>Analysis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02920" y="3063240"/>
            <a:ext cx="2084831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400" b="0" lang="id-ID">
                <a:solidFill>
                  <a:srgbClr val="475569"/>
                </a:solidFill>
                <a:latin typeface="Aptos"/>
              </a:rPr>
              <a:t>Analisis masalah, kebutuhan fitur, keamanan, performa, dan teknologi.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2816352" y="1874519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700" b="1" lang="id-ID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816352" y="2560320"/>
            <a:ext cx="2084831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700" b="1" lang="id-ID">
                <a:solidFill>
                  <a:srgbClr val="111827"/>
                </a:solidFill>
                <a:latin typeface="Aptos"/>
              </a:rPr>
              <a:t>Design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816352" y="3063240"/>
            <a:ext cx="2084831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400" b="0" lang="id-ID">
                <a:solidFill>
                  <a:srgbClr val="475569"/>
                </a:solidFill>
                <a:latin typeface="Aptos"/>
              </a:rPr>
              <a:t>Perancangan arsitektur MVC, database, UI, alur QR, SHA-256, dan RBAC.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129783" y="1874519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700" b="1" lang="id-ID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129783" y="2560320"/>
            <a:ext cx="2084831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700" b="1" lang="id-ID">
                <a:solidFill>
                  <a:srgbClr val="111827"/>
                </a:solidFill>
                <a:latin typeface="Aptos"/>
              </a:rPr>
              <a:t>Development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129783" y="3063240"/>
            <a:ext cx="2084831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400" b="0" lang="id-ID">
                <a:solidFill>
                  <a:srgbClr val="475569"/>
                </a:solidFill>
                <a:latin typeface="Aptos"/>
              </a:rPr>
              <a:t>Pembangunan sistem Laravel 11, QR Code, hash, middleware, dan activity log.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443215" y="1874519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700" b="1" lang="id-ID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443215" y="2560320"/>
            <a:ext cx="2084831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700" b="1" lang="id-ID">
                <a:solidFill>
                  <a:srgbClr val="111827"/>
                </a:solidFill>
                <a:latin typeface="Aptos"/>
              </a:rPr>
              <a:t>Implementation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443215" y="3063240"/>
            <a:ext cx="2084831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400" b="0" lang="id-ID">
                <a:solidFill>
                  <a:srgbClr val="475569"/>
                </a:solidFill>
                <a:latin typeface="Aptos"/>
              </a:rPr>
              <a:t>Penerapan pada lingkungan Laragon, pengisian data uji, dan pelaksanaan pengujian.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9756647" y="1874519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700" b="1" lang="id-ID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9756647" y="2560320"/>
            <a:ext cx="2084831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700" b="1" lang="id-ID">
                <a:solidFill>
                  <a:srgbClr val="111827"/>
                </a:solidFill>
                <a:latin typeface="Aptos"/>
              </a:rPr>
              <a:t>Evaluation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9756647" y="3063240"/>
            <a:ext cx="2084831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400" b="0" lang="id-ID">
                <a:solidFill>
                  <a:srgbClr val="475569"/>
                </a:solidFill>
                <a:latin typeface="Aptos"/>
              </a:rPr>
              <a:t>Analisis hasil black box, security testing, dan kuesioner Likert.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METODE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Tahapan ADDIE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Setiap tahap menghasilkan output yang mendukung implementasi dan evaluasi.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920240"/>
            <a:ext cx="24688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2697480"/>
            <a:ext cx="246888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Blade Template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Tailwind / Bootstrap Icons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Halaman publik dan admin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703320" y="1920240"/>
            <a:ext cx="246888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703320" y="2697480"/>
            <a:ext cx="2468880" cy="1417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Laravel 11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PHP 8.2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MVC, Controller, Middleware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629400" y="1920240"/>
            <a:ext cx="246888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629400" y="2697480"/>
            <a:ext cx="246888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MySQL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Tabel users, students, certificates, activity logs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Storage file dan QR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9555480" y="1920240"/>
            <a:ext cx="210312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Library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555480" y="2697480"/>
            <a:ext cx="210312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Endroid QR Code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QR Reader</a:t>
            </a:r>
          </a:p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Intervention Image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Arsitektur dan Teknologi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Sistem dikembangkan sebagai aplikasi web berbasis Laravel 11.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640080" y="1965960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40080" y="2697480"/>
            <a:ext cx="1938528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Pengguna memasukkan nomor atau mengunggah QR Code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907791" y="1965960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2907791" y="2697480"/>
            <a:ext cx="1938528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Sistem membaca nomor sertifikat dari input atau QR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175504" y="1965960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175504" y="2697480"/>
            <a:ext cx="1938528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Data sertifikat dicari pada database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7443216" y="1965960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443216" y="2697480"/>
            <a:ext cx="1938528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Hash SHA-256 file dicek ulang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710928" y="1965960"/>
            <a:ext cx="5029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70000" tIns="70000" rIns="70000" bIns="70000"/>
          <a:lstStyle/>
          <a:p>
            <a:pPr marL="0"/>
            <a:r>
              <a:rPr sz="1800" b="1" lang="id-ID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710928" y="2697480"/>
            <a:ext cx="1938528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700" b="0" lang="id-ID">
                <a:solidFill>
                  <a:srgbClr val="334155"/>
                </a:solidFill>
                <a:latin typeface="Aptos"/>
              </a:rPr>
              <a:t>Sistem menampilkan status valid atau tidak valid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005840" y="480060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800" b="0" lang="id-ID">
                <a:solidFill>
                  <a:srgbClr val="475569"/>
                </a:solidFill>
                <a:latin typeface="Aptos"/>
              </a:rPr>
              <a:t>Output utama: data pemilik sertifikat, nomor sertifikat, jenis sertifikat, tanggal terbit, masa berlaku, file sertifikat, dan status integritas dokumen.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Alur Verifikasi Sertifikat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Verifikasi dapat dilakukan melalui input nomor sertifikat atau unggah/scan QR Code.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49808" y="1828800"/>
            <a:ext cx="32918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Halaman Publik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9808" y="2468880"/>
            <a:ext cx="3429000" cy="22402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Verifikasi nomor sertifikat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Unggah gambar QR Code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Tampilan hasil validasi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Akses tanpa login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407408" y="1828800"/>
            <a:ext cx="329184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Panel Admin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407408" y="2468880"/>
            <a:ext cx="3429000" cy="22402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Login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Dashboard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Upload sertifikat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Daftar dan edit sertifikat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Pengaturan QR pada dokumen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065008" y="1828800"/>
            <a:ext cx="329184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Panel SuperAdmin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065008" y="2468880"/>
            <a:ext cx="3429000" cy="22402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Kelola user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Hapus sertifikat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Activity log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Kontrol status aktif akun</a:t>
            </a:r>
          </a:p>
          <a:p>
            <a:pPr marL="0"/>
            <a:r>
              <a:rPr sz="1800" b="0" lang="id-ID">
                <a:solidFill>
                  <a:srgbClr val="243447"/>
                </a:solidFill>
                <a:latin typeface="Aptos"/>
              </a:rPr>
              <a:t>- Audit aktivitas sistem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Implementasi Fitur Sistem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Sistem memiliki dua area utama: halaman publik dan panel admin.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233172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SHA-256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2432304"/>
            <a:ext cx="233172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Integritas file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456432" y="1828800"/>
            <a:ext cx="22402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QR Code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456432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Verifikasi cepat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016752" y="1828800"/>
            <a:ext cx="205740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RBAC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016752" y="2432304"/>
            <a:ext cx="2057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Akses sistem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394192" y="1828800"/>
            <a:ext cx="182880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Log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394192" y="2432304"/>
            <a:ext cx="18288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Audit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22960" y="3337560"/>
            <a:ext cx="9829800" cy="19659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Hash file dihitung menggunakan SHA-256 dan disimpan pada database.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Digital signature dibentuk dari nomor sertifikat, NPM, dan hash file.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QR Code menyimpan URL verifikasi yang mengarah ke data sertifikat.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Middleware RoleMiddleware membatasi akses berdasarkan peran pengguna.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Activity log mencatat login, logout, upload, edit, hapus, dan pengelolaan user.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Implementasi Keamanan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Keamanan diterapkan pada dokumen, akses pengguna, dan aktivitas sistem.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306324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SuperAdmin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2514600"/>
            <a:ext cx="3063240" cy="16002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334155"/>
                </a:solidFill>
                <a:latin typeface="Aptos"/>
              </a:rPr>
              <a:t>Akses penuh: dashboard, sertifikat, upload, edit, hapus, kelola user, dan activity log.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498848" y="1828800"/>
            <a:ext cx="306324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498848" y="2514600"/>
            <a:ext cx="3063240" cy="1600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334155"/>
                </a:solidFill>
                <a:latin typeface="Aptos"/>
              </a:rPr>
              <a:t>Akses operasional: dashboard, daftar sertifikat, upload sertifikat, dan edit sertifikat.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211312" y="1828800"/>
            <a:ext cx="30632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1" lang="id-ID">
                <a:solidFill>
                  <a:srgbClr val="FFFFFF"/>
                </a:solidFill>
                <a:latin typeface="Aptos"/>
              </a:rPr>
              <a:t>Viewer / Verifikator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211312" y="2514600"/>
            <a:ext cx="3063240" cy="1600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334155"/>
                </a:solidFill>
                <a:latin typeface="Aptos"/>
              </a:rPr>
              <a:t>Akses terbatas: melihat dashboard atau daftar data dan melakukan verifikasi tanpa mengubah data.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IMPLEMENTASI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Role Based Access Control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Hak akses dibedakan untuk menjaga keamanan operasional sistem.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49808" y="1828800"/>
            <a:ext cx="3108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Black Box Testing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9808" y="2514600"/>
            <a:ext cx="3200400" cy="1737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334155"/>
                </a:solidFill>
                <a:latin typeface="Aptos"/>
              </a:rPr>
              <a:t>Menguji kesesuaian input, proses, output, validasi gagal, role, log aktivitas, dan pembatasan request.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453128" y="1828800"/>
            <a:ext cx="310896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Security Testing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453128" y="2514600"/>
            <a:ext cx="3200400" cy="1737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334155"/>
                </a:solidFill>
                <a:latin typeface="Aptos"/>
              </a:rPr>
              <a:t>Menguji integritas dokumen, pemalsuan QR, kontrol akses, manipulasi session, dan kategori OWASP Top 10 2021.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156448" y="1828800"/>
            <a:ext cx="310896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1" lang="id-ID">
                <a:solidFill>
                  <a:srgbClr val="FFFFFF"/>
                </a:solidFill>
                <a:latin typeface="Aptos"/>
              </a:rPr>
              <a:t>Kuesioner Likert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156448" y="2514600"/>
            <a:ext cx="3200400" cy="1737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1800" b="0" lang="id-ID">
                <a:solidFill>
                  <a:srgbClr val="334155"/>
                </a:solidFill>
                <a:latin typeface="Aptos"/>
              </a:rPr>
              <a:t>Mengukur kepuasan, kemudahan penggunaan, keamanan, manfaat, dan kinerja sistem dari perspektif pengguna.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PENGUJIAN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Instrumen Pengujian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Kelayakan sistem diuji dari sisi fungsi, keamanan, dan penerimaan pengguna.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22402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Total skenario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337560" y="1828800"/>
            <a:ext cx="224028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33756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97880" y="1828800"/>
            <a:ext cx="224028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9788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458200" y="1828800"/>
            <a:ext cx="224028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45820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Keberhasilan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41248" y="3429000"/>
            <a:ext cx="9829800" cy="1874519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Modul diuji meliputi verifikasi manual, QR upload, scan QR kamera, login, dashboard, upload, daftar, edit, hapus, activity log, manajemen user, otorisasi, dan throttle.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Hasil eksekusi otomatis menunjukkan OK dengan 71 tests dan 175 assertions.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Kategori kualitas sistem berdasarkan hasil black box: Sangat Baik.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HASIL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Hasil Black Box Testing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Seluruh fungsi utama sistem berjalan sesuai kebutuhan.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22402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Total skenario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337560" y="1828800"/>
            <a:ext cx="224028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33756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97880" y="1828800"/>
            <a:ext cx="224028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9788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458200" y="1828800"/>
            <a:ext cx="224028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458200" y="2432304"/>
            <a:ext cx="224028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Keamanan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41248" y="3429000"/>
            <a:ext cx="9829800" cy="1874519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Skenario meliputi integritas dokumen, pemalsuan QR Code, kontrol akses, dan manipulasi session.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Kategori OWASP yang diuji antara lain Broken Access Control, Cryptographic Failures, Injection, Identification and Authentication Failures, serta Software and Data Integrity Failures.</a:t>
            </a:r>
          </a:p>
          <a:p>
            <a:pPr marL="0"/>
            <a:r>
              <a:rPr sz="2000" b="0" lang="id-ID">
                <a:solidFill>
                  <a:srgbClr val="243447"/>
                </a:solidFill>
                <a:latin typeface="Aptos"/>
              </a:rPr>
              <a:t>- Status keamanan sistem berdasarkan hasil pengujian: Sangat Aman.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HASIL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Hasil Security Testing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Pengujian keamanan mengacu pada skenario fitur utama dan OWASP Top 10 2021.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205740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" y="2432304"/>
            <a:ext cx="2057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SuperAdmin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154680" y="1828800"/>
            <a:ext cx="205740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154680" y="2432304"/>
            <a:ext cx="2057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Admin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532120" y="1828800"/>
            <a:ext cx="20574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532120" y="2432304"/>
            <a:ext cx="2057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Viewer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7909560" y="1828800"/>
            <a:ext cx="265176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tIns="90000" rIns="90000" bIns="90000"/>
          <a:lstStyle/>
          <a:p>
            <a:pPr marL="0"/>
            <a:r>
              <a:rPr sz="3000" b="1" lang="id-ID">
                <a:solidFill>
                  <a:srgbClr val="FFFFFF"/>
                </a:solidFill>
                <a:latin typeface="Aptos"/>
              </a:rPr>
              <a:t>Sangat Baik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909560" y="2432304"/>
            <a:ext cx="265176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lIns="80000" tIns="80000" rIns="80000" bIns="80000"/>
          <a:lstStyle/>
          <a:p>
            <a:pPr marL="0"/>
            <a:r>
              <a:rPr sz="1300" b="0" lang="id-ID">
                <a:solidFill>
                  <a:srgbClr val="475569"/>
                </a:solidFill>
                <a:latin typeface="Aptos"/>
              </a:rPr>
              <a:t>Kategori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14400" y="3456432"/>
            <a:ext cx="94183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Total skor: 1641 dari skor maksimal 1855</a:t>
            </a:r>
          </a:p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Persentase keseluruhan: 88,46%</a:t>
            </a:r>
          </a:p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Rata-rata nilai: 4,42</a:t>
            </a:r>
          </a:p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Interpretasi: sistem dinilai memenuhi kebutuhan pengguna dari sisi fungsionalitas, kemudahan penggunaan, keamanan, dan kinerja.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HASIL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Hasil Kuesioner Skala Likert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Evaluasi pengguna dilakukan kepada 20 responden.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9875520" cy="33375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Pengelolaan sertifikat menjadi lebih terstruktur melalui database, file storage, QR Code, dan activity log.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Verifikasi publik dapat dilakukan tanpa login sehingga memudahkan verifikator eksternal.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SHA-256 membantu mendeteksi perubahan file sertifikat dan menjaga integritas dokumen.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RBAC memisahkan kewenangan SuperAdmin, Admin, dan Viewer/Verifikator.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Kendala utama berada pada sinkronisasi data sertifikat, QR Code, hash, dan pengaturan hak akses antar role.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PEMBAHASAN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Pembahasan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Hasil penelitian menunjukkan sistem mampu menjawab kebutuhan utama.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9875520" cy="33375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Sistem autentikasi sertifikat digital berhasil diimplementasikan menggunakan Laravel 11 dengan arsitektur MVC.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QR Code, SHA-256, dan RBAC berhasil diterapkan untuk mendukung verifikasi, integritas dokumen, dan kontrol akses.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Black Box Testing menunjukkan tingkat keberhasilan 100% pada 60 skenario.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Security Testing menunjukkan tingkat keamanan 100% pada 14 skenario.</a:t>
            </a:r>
          </a:p>
          <a:p>
            <a:pPr marL="0"/>
            <a:r>
              <a:rPr sz="2200" b="0" lang="id-ID">
                <a:solidFill>
                  <a:srgbClr val="243447"/>
                </a:solidFill>
                <a:latin typeface="Aptos"/>
              </a:rPr>
              <a:t>- Kuesioner 20 responden memperoleh persentase 88,46% dan masuk kategori Sangat Baik.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PENUTUP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Kesimpulan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Kesimpulan berdasarkan implementasi, pengujian, dan evaluasi pengguna.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777240" y="1828800"/>
            <a:ext cx="9875520" cy="33375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Meningkatkan tampilan antarmuka agar lebih modern, responsif, dan nyaman pada perangkat mobile.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Menyempurnakan scan QR Code melalui kamera agar lebih cepat, stabil, dan akurat.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Mempertimbangkan pengembangan aplikasi mobile untuk verifikasi dan pengelolaan sertifikat.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Melakukan deployment production dengan HTTPS.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Menambahkan autentikasi dua faktor untuk Admin dan SuperAdmin.</a:t>
            </a:r>
          </a:p>
          <a:p>
            <a:pPr marL="0"/>
            <a:r>
              <a:rPr sz="2100" b="0" lang="id-ID">
                <a:solidFill>
                  <a:srgbClr val="243447"/>
                </a:solidFill>
                <a:latin typeface="Aptos"/>
              </a:rPr>
              <a:t>- Memperluas pengujian dengan penetration testing dan jumlah responden yang lebih beragam.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PENUTUP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Saran Pengembangan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Pengembangan berikutnya dapat memperkuat sisi penggunaan dan keamanan.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1874519" y="2121408"/>
            <a:ext cx="8229600" cy="777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3800" b="1" lang="id-ID">
                <a:solidFill>
                  <a:srgbClr val="FFFFFF"/>
                </a:solidFill>
                <a:latin typeface="Aptos"/>
              </a:rPr>
              <a:t>Pertanyaan dan diskusi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194560" y="3429000"/>
            <a:ext cx="7543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200" b="0" lang="id-ID">
                <a:solidFill>
                  <a:srgbClr val="334155"/>
                </a:solidFill>
                <a:latin typeface="Aptos"/>
              </a:rPr>
              <a:t>Implementasi Sistem Autentikasi Sertifikat Digital Berbasis QR Code dengan Keamanan SHA-256 dan RBAC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401568" y="4645152"/>
            <a:ext cx="513892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900" b="0" lang="id-ID">
                <a:solidFill>
                  <a:srgbClr val="475569"/>
                </a:solidFill>
                <a:latin typeface="Aptos"/>
              </a:rPr>
              <a:t>Arjuna Pramudya Renaldi | 22.403040.19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5216" y="246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120000" rIns="120000" bIns="120000"/>
          <a:lstStyle/>
          <a:p>
            <a:pPr marL="0"/>
            <a:r>
              <a:rPr sz="1000" b="1" lang="id-ID">
                <a:solidFill>
                  <a:srgbClr val="0F766E"/>
                </a:solidFill>
                <a:latin typeface="Aptos"/>
              </a:rPr>
              <a:t>PENUTUP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48640" y="512064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3000" b="1" lang="id-ID">
                <a:solidFill>
                  <a:srgbClr val="111827"/>
                </a:solidFill>
                <a:latin typeface="Aptos"/>
              </a:rPr>
              <a:t>Terima Kasih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5216" y="10058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/>
            <a:r>
              <a:rPr sz="1400" b="0" lang="id-ID">
                <a:solidFill>
                  <a:srgbClr val="64748B"/>
                </a:solidFill>
                <a:latin typeface="Aptos"/>
              </a:rPr>
              <a:t>Seminar Hasil Skripsi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5216" y="1389888"/>
            <a:ext cx="11018520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20000" tIns="120000" rIns="120000" bIns="120000"/>
          <a:lstStyle/>
          <a:p>
            <a:pPr marL="0"/>
            <a:r>
              <a:rPr sz="2400" b="0" lang="id-ID">
                <a:solidFill>
                  <a:srgbClr val="1F2937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has">
  <a:themeElements>
    <a:clrScheme name="Semhas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2563EB"/>
      </a:accent2>
      <a:accent3>
        <a:srgbClr val="7C3AED"/>
      </a:accent3>
      <a:accent4>
        <a:srgbClr val="DC2626"/>
      </a:accent4>
      <a:accent5>
        <a:srgbClr val="F59E0B"/>
      </a:accent5>
      <a:accent6>
        <a:srgbClr val="4755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emha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22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Seminar Hasil Sistem Autentikasi Sertifikat Digital</dc:title>
  <dc:creator>Codex</dc:creator>
  <cp:lastModifiedBy>Codex</cp:lastModifiedBy>
  <dcterms:created xsi:type="dcterms:W3CDTF">2026-04-28T04:39:13Z</dcterms:created>
  <dcterms:modified xsi:type="dcterms:W3CDTF">2026-04-28T04:39:13Z</dcterms:modified>
</cp:coreProperties>
</file>